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E5190B-8F03-B646-D4CD-4D5F98014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CCBAED-F69C-1C2C-6098-5450238D4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E4E0B6-9B8E-3089-AE1B-DED32174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B0F5DB-E4F9-75D7-6A17-B082EF79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B2AA47-4391-C475-1B66-6F827E53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11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A07EBB-7F1D-D8B2-24D3-4104C925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A1D1E5-DB3D-A524-57AF-0E4EE300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8A80AE-1F01-9E86-FAA0-99E397A4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B90874-D39F-9FEF-E006-096D305A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09CD2B-1839-B4B3-7940-FC5BB586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962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16C3A-862F-A05B-BD24-96AC3E0C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872143-412B-BE2E-F32D-6FC7B0DA0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D30FD5-AAA3-3426-DBCC-CF07295D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7FABC1-2946-0FF4-8FAF-B08B5D138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5F8BBE-A354-C470-C8A8-5DA1DDD8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959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5FE7B8-23A1-77AA-5A08-19AC8650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11FF0F-A2CB-0570-AADF-E4FE1ACF3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CCF0404-D8FB-1F69-6D4D-9A760B127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3BFD23-66AF-AAFF-EB2A-DFDF9301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E7DDF-E3AC-C987-6971-DD8AFABA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C99DF6-6E44-97C7-A18C-9FB5F4870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22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C58BC6-6779-D188-FA2E-CA8257CD8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CB27B5-2345-B534-ACBE-EF46A92AB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4F537D-9388-AE6C-598E-AEA891B43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95F408-E4F8-B632-1E06-EE45FB998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B1F0A6-551F-06E1-EA8F-BFD86B177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A2E3A58-B580-6FD1-094E-CA901EA8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CC635AF-81B0-D5AF-2944-4ACD0C8B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09A94B-F2F1-01D1-138E-234C1E38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64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35B23-CADE-7BCF-53B9-0623D8B1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DCC1C3-0487-24FB-5E98-CE50A8EE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3655385-5963-DFB2-1461-F8C63F08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65DF0C-EE89-F52E-2E5F-1DB6AB6D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85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9534C4C-1EB9-7282-3C5A-9D303D70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F7312A-D8FE-ECBE-1078-CBE6A1E14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B971B8-7D81-2D4C-9CD5-F62C79EC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76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4B457-C537-4A29-AE12-9ADA373E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109240-480E-D586-C583-4E7B0C04B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D795E09-EF61-AF19-2B37-7ABD0AF43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137F98-B06F-E0D4-97B4-89A3567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C159E2-6EAF-F923-B22F-267345D2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A8FBFC-5C66-344A-0DE4-79D68C8A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007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07820-15DD-2D76-E529-67A68C5E4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D76BAB6-C2A5-52F4-9146-7C411FCD6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141AF4-C5B9-F4F5-B703-6D9F7E103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3727B4-3ED9-89E4-583C-DFCFA865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8C1854-B790-9A30-CEE1-2DED307A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60A8EA-D37A-2884-A1E6-3D07B8D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13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80853-DC59-6888-BACE-BAD2A75A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1AE82E-448B-B37B-EA76-19A56B8C9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9C6E13-B658-E52B-C0FD-1515F81D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2E2807-A9C0-C208-A213-D6023364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4AAC05-7E00-F9F2-1DE5-B016FC22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985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6B3DA1B-B02E-B167-3F5B-C1D8C1CDC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74F9B2-4B54-3544-AFCC-4EEA34FF2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69ED0A-72B1-6D5A-C3D9-C0B559A7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01F3BD-D445-E51B-7575-D784DF84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2D77C-29E8-6064-9F67-1951F9AF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50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2F3CF63-9A0E-8073-51EA-67674868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EF0DFB-ABF0-75F2-B46F-89754A676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3A482B-F5FF-CB23-12A5-DC65C127E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30B73-55C9-4F7D-9EB1-3EC59D0E736B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C75D5A-BDAD-C040-0C68-3281DACE1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6D3A51-2FFD-B64F-C2F4-7ABAC79A4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D1AB0-7B69-4EF5-BE83-1E6B7805AC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5061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614269-C1C6-1FA9-4B35-2E10F5B1D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DOSSIER MAIRIE DE FITOU</a:t>
            </a:r>
            <a:br>
              <a:rPr lang="fr-FR" dirty="0"/>
            </a:br>
            <a:r>
              <a:rPr lang="fr-FR" dirty="0"/>
              <a:t>autoconsommation collective et revente Réseau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08EB89-2604-8B8D-D606-9AB5ACCAEF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Visité 12 sites pour une puissance de 1.9 </a:t>
            </a:r>
            <a:r>
              <a:rPr lang="fr-FR" dirty="0" err="1"/>
              <a:t>Mw</a:t>
            </a:r>
            <a:endParaRPr lang="fr-FR" dirty="0"/>
          </a:p>
          <a:p>
            <a:r>
              <a:rPr lang="fr-FR" dirty="0"/>
              <a:t>Pré confirmation de 7 sites pour une puissance 1.1 </a:t>
            </a:r>
            <a:r>
              <a:rPr lang="fr-FR" dirty="0" err="1"/>
              <a:t>Mw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903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38312-E3D0-C541-873A-32A4E873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636B58-CF73-C476-1E7F-89BC8FDF1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17418"/>
            <a:ext cx="9220200" cy="840468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CB287E-8CEF-C329-FB2C-0F11C98CF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17418"/>
            <a:ext cx="9144000" cy="4041612"/>
          </a:xfrm>
        </p:spPr>
        <p:txBody>
          <a:bodyPr>
            <a:normAutofit fontScale="62500" lnSpcReduction="20000"/>
          </a:bodyPr>
          <a:lstStyle/>
          <a:p>
            <a:endParaRPr lang="fr-FR" dirty="0"/>
          </a:p>
          <a:p>
            <a:r>
              <a:rPr lang="fr-FR" b="1" dirty="0"/>
              <a:t>Pré confirmation de 9 sites pour 1 070 kWc</a:t>
            </a:r>
          </a:p>
          <a:p>
            <a:r>
              <a:rPr lang="fr-FR" dirty="0"/>
              <a:t>Projet N°1 Salle Plurivalente :  : 200 kWc.</a:t>
            </a:r>
          </a:p>
          <a:p>
            <a:r>
              <a:rPr lang="fr-FR" dirty="0"/>
              <a:t>Projet N°2 Salle plurivalente parking :  200 kWc</a:t>
            </a:r>
          </a:p>
          <a:p>
            <a:r>
              <a:rPr lang="fr-FR" dirty="0"/>
              <a:t> Projet N° 3 Spar toiture : kWc possible : 210 kWc</a:t>
            </a:r>
          </a:p>
          <a:p>
            <a:r>
              <a:rPr lang="fr-FR" dirty="0"/>
              <a:t>Projet N°4 Spar Parking :  200 kWc</a:t>
            </a:r>
          </a:p>
          <a:p>
            <a:r>
              <a:rPr lang="fr-FR" dirty="0"/>
              <a:t>Projet N°5: Service technique:  60 kWc</a:t>
            </a:r>
          </a:p>
          <a:p>
            <a:r>
              <a:rPr lang="fr-FR" dirty="0"/>
              <a:t>Projet N°6 Boulodrome:  100 kWc</a:t>
            </a:r>
          </a:p>
          <a:p>
            <a:r>
              <a:rPr lang="fr-FR" dirty="0"/>
              <a:t> Projet N° 7 Parking Corbières : 100 kWc</a:t>
            </a:r>
          </a:p>
          <a:p>
            <a:pPr algn="l"/>
            <a:r>
              <a:rPr lang="fr-FR" b="1" dirty="0"/>
              <a:t>A faire:</a:t>
            </a:r>
          </a:p>
          <a:p>
            <a:pPr algn="l"/>
            <a:r>
              <a:rPr lang="fr-FR" dirty="0"/>
              <a:t>Signer un NDA afin de demander des factures a jour (nous avons celle de 2024). </a:t>
            </a:r>
          </a:p>
          <a:p>
            <a:pPr algn="l"/>
            <a:r>
              <a:rPr lang="fr-FR" dirty="0"/>
              <a:t>Préparer une lettre de mission engageante afin de facturer 9 000€ HT pour frais d’étude si il n’y a pas de commande au bout.</a:t>
            </a:r>
          </a:p>
          <a:p>
            <a:r>
              <a:rPr lang="fr-FR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8958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5582D-DEF2-3A98-A73B-8F777E71E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EBD977-2B60-36B1-E4CE-3F8471753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17418"/>
            <a:ext cx="9220200" cy="840468"/>
          </a:xfrm>
        </p:spPr>
        <p:txBody>
          <a:bodyPr>
            <a:normAutofit fontScale="90000"/>
          </a:bodyPr>
          <a:lstStyle/>
          <a:p>
            <a:br>
              <a:rPr lang="fr-FR"/>
            </a:br>
            <a:br>
              <a:rPr lang="fr-FR"/>
            </a:br>
            <a:r>
              <a:rPr lang="fr-FR" sz="1800"/>
              <a:t>Au 18/03/2026</a:t>
            </a:r>
            <a:br>
              <a:rPr lang="fr-FR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84438A-AEF3-D5CB-0A59-F05CD43EF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17418"/>
            <a:ext cx="9144000" cy="4041612"/>
          </a:xfrm>
        </p:spPr>
        <p:txBody>
          <a:bodyPr>
            <a:normAutofit fontScale="55000" lnSpcReduction="20000"/>
          </a:bodyPr>
          <a:lstStyle/>
          <a:p>
            <a:endParaRPr lang="fr-FR"/>
          </a:p>
          <a:p>
            <a:r>
              <a:rPr lang="fr-FR" b="1"/>
              <a:t>Pré confirmation de 9 sites pour 1 070 kWc</a:t>
            </a:r>
          </a:p>
          <a:p>
            <a:r>
              <a:rPr lang="fr-FR"/>
              <a:t>Salle Plurivalente :  : 200 kWc.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 Salle plurivalente parking :  200 kWc</a:t>
            </a:r>
          </a:p>
          <a:p>
            <a:r>
              <a:rPr lang="fr-FR"/>
              <a:t> Spar toiture : kWc possible : 210 kWc</a:t>
            </a:r>
          </a:p>
          <a:p>
            <a:r>
              <a:rPr lang="fr-FR"/>
              <a:t> Spar Parking :  200 kWc</a:t>
            </a:r>
          </a:p>
          <a:p>
            <a:r>
              <a:rPr lang="fr-FR"/>
              <a:t> Service technique:  60 kWc</a:t>
            </a:r>
          </a:p>
          <a:p>
            <a:r>
              <a:rPr lang="fr-FR"/>
              <a:t>Boulodrome:  100 kWc</a:t>
            </a:r>
          </a:p>
          <a:p>
            <a:r>
              <a:rPr lang="fr-FR"/>
              <a:t> Parking Corbières : 100 kWc</a:t>
            </a:r>
          </a:p>
          <a:p>
            <a:pPr algn="l"/>
            <a:r>
              <a:rPr lang="fr-FR" b="1"/>
              <a:t>A faire:</a:t>
            </a:r>
          </a:p>
          <a:p>
            <a:pPr algn="l"/>
            <a:r>
              <a:rPr lang="fr-FR"/>
              <a:t>Signer un NDA afin de demander des factures a jour (nous avons celle de 2024). </a:t>
            </a:r>
          </a:p>
          <a:p>
            <a:pPr algn="l"/>
            <a:r>
              <a:rPr lang="fr-FR"/>
              <a:t>Préparer une lettre de mission engageante afin de facturer 9 000€ HT pour frais d’étude si il n’y a pas de commande au bout.</a:t>
            </a:r>
          </a:p>
          <a:p>
            <a:r>
              <a:rPr lang="fr-FR"/>
              <a:t> 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628B18-E24E-C3C2-3EFB-8DA1C9895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83143"/>
            <a:ext cx="9412013" cy="626832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F3500E8-817A-CA70-12E1-A362D8A46510}"/>
              </a:ext>
            </a:extLst>
          </p:cNvPr>
          <p:cNvSpPr txBox="1"/>
          <p:nvPr/>
        </p:nvSpPr>
        <p:spPr>
          <a:xfrm>
            <a:off x="7206343" y="5339607"/>
            <a:ext cx="293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</a:rPr>
              <a:t>PROJET 1 ET 2:</a:t>
            </a:r>
          </a:p>
          <a:p>
            <a:r>
              <a:rPr lang="fr-FR" sz="2000" b="1" dirty="0">
                <a:solidFill>
                  <a:schemeClr val="bg1"/>
                </a:solidFill>
              </a:rPr>
              <a:t>SALLE POYVALENTE</a:t>
            </a:r>
          </a:p>
        </p:txBody>
      </p:sp>
    </p:spTree>
    <p:extLst>
      <p:ext uri="{BB962C8B-B14F-4D97-AF65-F5344CB8AC3E}">
        <p14:creationId xmlns:p14="http://schemas.microsoft.com/office/powerpoint/2010/main" val="174157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6BE6-C2B2-EFD2-F4B4-FD5EA4D2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0FBCD7-4B28-6ADD-24C2-80B5D3252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17418"/>
            <a:ext cx="9220200" cy="840468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F91CEC-E35C-4A2B-6EF1-C5BEA36A2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17418"/>
            <a:ext cx="9144000" cy="4041612"/>
          </a:xfrm>
        </p:spPr>
        <p:txBody>
          <a:bodyPr>
            <a:normAutofit/>
          </a:bodyPr>
          <a:lstStyle/>
          <a:p>
            <a:endParaRPr lang="fr-FR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699C3AA-811D-EF8F-93F4-81F96C0C3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14" y="337706"/>
            <a:ext cx="9288171" cy="618258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607C136-12AA-7A56-FDC4-5BF32F455458}"/>
              </a:ext>
            </a:extLst>
          </p:cNvPr>
          <p:cNvSpPr txBox="1"/>
          <p:nvPr/>
        </p:nvSpPr>
        <p:spPr>
          <a:xfrm>
            <a:off x="7206343" y="5339607"/>
            <a:ext cx="293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</a:rPr>
              <a:t>PROJET 3 ET 4:</a:t>
            </a:r>
          </a:p>
          <a:p>
            <a:r>
              <a:rPr lang="fr-FR" sz="2000" b="1" dirty="0">
                <a:solidFill>
                  <a:schemeClr val="bg1"/>
                </a:solidFill>
              </a:rPr>
              <a:t>SUPERMARCHE SPAR</a:t>
            </a:r>
          </a:p>
        </p:txBody>
      </p:sp>
    </p:spTree>
    <p:extLst>
      <p:ext uri="{BB962C8B-B14F-4D97-AF65-F5344CB8AC3E}">
        <p14:creationId xmlns:p14="http://schemas.microsoft.com/office/powerpoint/2010/main" val="408957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501A-8243-258D-9445-DF6A2E048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66F9E3-3BE9-71F9-485B-1D35BC77B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17418"/>
            <a:ext cx="9220200" cy="840468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85930B-562B-0167-D581-870E7060F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17418"/>
            <a:ext cx="9144000" cy="4041612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 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DFD617-DAE7-0D27-834E-0E4E841C5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09" y="32863"/>
            <a:ext cx="9545382" cy="679227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F179EAB-B388-D1AF-8A22-DCCE02FE7B89}"/>
              </a:ext>
            </a:extLst>
          </p:cNvPr>
          <p:cNvSpPr txBox="1"/>
          <p:nvPr/>
        </p:nvSpPr>
        <p:spPr>
          <a:xfrm>
            <a:off x="7206343" y="5339607"/>
            <a:ext cx="293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</a:rPr>
              <a:t>PROJET 5:</a:t>
            </a:r>
          </a:p>
          <a:p>
            <a:r>
              <a:rPr lang="fr-FR" sz="2000" b="1" dirty="0">
                <a:solidFill>
                  <a:schemeClr val="bg1"/>
                </a:solidFill>
              </a:rPr>
              <a:t>SERVICE TECHNIQUE</a:t>
            </a:r>
          </a:p>
        </p:txBody>
      </p:sp>
    </p:spTree>
    <p:extLst>
      <p:ext uri="{BB962C8B-B14F-4D97-AF65-F5344CB8AC3E}">
        <p14:creationId xmlns:p14="http://schemas.microsoft.com/office/powerpoint/2010/main" val="215319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57F10-87A2-4BEB-DA69-4C2787A7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6754DB-A4D5-DA94-2830-7EE03B078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17418"/>
            <a:ext cx="9220200" cy="840468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564FEB-C8D4-FAC6-5819-458277398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17418"/>
            <a:ext cx="9144000" cy="4041612"/>
          </a:xfrm>
        </p:spPr>
        <p:txBody>
          <a:bodyPr>
            <a:normAutofit/>
          </a:bodyPr>
          <a:lstStyle/>
          <a:p>
            <a:r>
              <a:rPr lang="fr-FR" dirty="0"/>
              <a:t>TERRAIN DE BOULES</a:t>
            </a:r>
          </a:p>
          <a:p>
            <a:r>
              <a:rPr lang="fr-FR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73347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E4A1-5785-EC48-F856-3DF47301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FE52BF-0DC2-6939-55E9-DDC227D47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17418"/>
            <a:ext cx="9220200" cy="840468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319D6F9-1463-6450-B016-BEA20855D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17418"/>
            <a:ext cx="9144000" cy="4041612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 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73DF451-CDCE-8422-D43F-63370619D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19" y="399627"/>
            <a:ext cx="10297962" cy="605874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CD47325-C34E-97FE-38A8-A973FC79F5A5}"/>
              </a:ext>
            </a:extLst>
          </p:cNvPr>
          <p:cNvSpPr txBox="1"/>
          <p:nvPr/>
        </p:nvSpPr>
        <p:spPr>
          <a:xfrm>
            <a:off x="1099419" y="583709"/>
            <a:ext cx="293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</a:rPr>
              <a:t>PROJET 7:</a:t>
            </a:r>
          </a:p>
          <a:p>
            <a:r>
              <a:rPr lang="fr-FR" sz="2000" b="1" dirty="0">
                <a:solidFill>
                  <a:schemeClr val="bg1"/>
                </a:solidFill>
              </a:rPr>
              <a:t>PARKING DES BOULES</a:t>
            </a:r>
          </a:p>
        </p:txBody>
      </p:sp>
    </p:spTree>
    <p:extLst>
      <p:ext uri="{BB962C8B-B14F-4D97-AF65-F5344CB8AC3E}">
        <p14:creationId xmlns:p14="http://schemas.microsoft.com/office/powerpoint/2010/main" val="40002568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308</Words>
  <Application>Microsoft Office PowerPoint</Application>
  <PresentationFormat>Grand écran</PresentationFormat>
  <Paragraphs>51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DOSSIER MAIRIE DE FITOU autoconsommation collective et revente Réseau</vt:lpstr>
      <vt:lpstr>   </vt:lpstr>
      <vt:lpstr>  Au 18/03/2026 </vt:lpstr>
      <vt:lpstr>   </vt:lpstr>
      <vt:lpstr>   </vt:lpstr>
      <vt:lpstr>   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Stephane GILLI</dc:creator>
  <cp:lastModifiedBy>Stephane GILLI</cp:lastModifiedBy>
  <cp:revision>4</cp:revision>
  <dcterms:created xsi:type="dcterms:W3CDTF">2026-03-18T12:44:27Z</dcterms:created>
  <dcterms:modified xsi:type="dcterms:W3CDTF">2026-03-23T14:42:30Z</dcterms:modified>
</cp:coreProperties>
</file>
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E5190B-8F03-B646-D4CD-4D5F98014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CCBAED-F69C-1C2C-6098-5450238D4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E4E0B6-9B8E-3089-AE1B-DED32174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B0F5DB-E4F9-75D7-6A17-B082EF79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B2AA47-4391-C475-1B66-6F827E53C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114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A07EBB-7F1D-D8B2-24D3-4104C925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A1D1E5-DB3D-A524-57AF-0E4EE3009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8A80AE-1F01-9E86-FAA0-99E397A4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B90874-D39F-9FEF-E006-096D305A0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09CD2B-1839-B4B3-7940-FC5BB586D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962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16C3A-862F-A05B-BD24-96AC3E0C2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872143-412B-BE2E-F32D-6FC7B0DA0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D30FD5-AAA3-3426-DBCC-CF07295D7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7FABC1-2946-0FF4-8FAF-B08B5D138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5F8BBE-A354-C470-C8A8-5DA1DDD8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959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5FE7B8-23A1-77AA-5A08-19AC86501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11FF0F-A2CB-0570-AADF-E4FE1ACF3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CCF0404-D8FB-1F69-6D4D-9A760B127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3BFD23-66AF-AAFF-EB2A-DFDF93016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8E7DDF-E3AC-C987-6971-DD8AFABA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C99DF6-6E44-97C7-A18C-9FB5F4870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22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C58BC6-6779-D188-FA2E-CA8257CD8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CB27B5-2345-B534-ACBE-EF46A92AB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24F537D-9388-AE6C-598E-AEA891B43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995F408-E4F8-B632-1E06-EE45FB998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4B1F0A6-551F-06E1-EA8F-BFD86B1774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A2E3A58-B580-6FD1-094E-CA901EA8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CC635AF-81B0-D5AF-2944-4ACD0C8B6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09A94B-F2F1-01D1-138E-234C1E38B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364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135B23-CADE-7BCF-53B9-0623D8B1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DCC1C3-0487-24FB-5E98-CE50A8EE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3655385-5963-DFB2-1461-F8C63F08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65DF0C-EE89-F52E-2E5F-1DB6AB6D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3856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9534C4C-1EB9-7282-3C5A-9D303D70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F7312A-D8FE-ECBE-1078-CBE6A1E14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B971B8-7D81-2D4C-9CD5-F62C79EC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76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54B457-C537-4A29-AE12-9ADA373E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109240-480E-D586-C583-4E7B0C04B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D795E09-EF61-AF19-2B37-7ABD0AF43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137F98-B06F-E0D4-97B4-89A3567E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C159E2-6EAF-F923-B22F-267345D2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A8FBFC-5C66-344A-0DE4-79D68C8A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007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107820-15DD-2D76-E529-67A68C5E4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D76BAB6-C2A5-52F4-9146-7C411FCD6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141AF4-C5B9-F4F5-B703-6D9F7E103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3727B4-3ED9-89E4-583C-DFCFA865E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8C1854-B790-9A30-CEE1-2DED307A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60A8EA-D37A-2884-A1E6-3D07B8D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134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80853-DC59-6888-BACE-BAD2A75A0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1AE82E-448B-B37B-EA76-19A56B8C9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9C6E13-B658-E52B-C0FD-1515F81D4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2E2807-A9C0-C208-A213-D6023364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4AAC05-7E00-F9F2-1DE5-B016FC22C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985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6B3DA1B-B02E-B167-3F5B-C1D8C1CDC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274F9B2-4B54-3544-AFCC-4EEA34FF2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69ED0A-72B1-6D5A-C3D9-C0B559A7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01F3BD-D445-E51B-7575-D784DF84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C2D77C-29E8-6064-9F67-1951F9AF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050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2F3CF63-9A0E-8073-51EA-67674868A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EF0DFB-ABF0-75F2-B46F-89754A676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3A482B-F5FF-CB23-12A5-DC65C127E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C75D5A-BDAD-C040-0C68-3281DACE1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6D3A51-2FFD-B64F-C2F4-7ABAC79A4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5061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614269-C1C6-1FA9-4B35-2E10F5B1D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27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 dirty="0"/>
              <a:t>DOSSIER CAVE DE NEVIAN</a:t>
            </a:r>
            <a:br>
              <a:rPr lang="fr-FR" dirty="0"/>
            </a:br>
            <a:r>
              <a:rPr lang="fr-FR" dirty="0"/>
              <a:t>500 kWc</a:t>
            </a:r>
            <a:br>
              <a:rPr lang="fr-FR" dirty="0"/>
            </a:br>
            <a:br>
              <a:rPr lang="fr-FR" dirty="0"/>
            </a:br>
            <a:r>
              <a:rPr lang="fr-FR" sz="5300" dirty="0"/>
              <a:t>Autoconsommation collective 300 kWc et 200 kWc en revente réseau</a:t>
            </a:r>
          </a:p>
        </p:txBody>
      </p:sp>
    </p:spTree>
    <p:extLst>
      <p:ext uri="{BB962C8B-B14F-4D97-AF65-F5344CB8AC3E}">
        <p14:creationId xmlns:p14="http://schemas.microsoft.com/office/powerpoint/2010/main" val="2609035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38312-E3D0-C541-873A-32A4E873F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636B58-CF73-C476-1E7F-89BC8FDF1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517418"/>
            <a:ext cx="9220200" cy="840468"/>
          </a:xfrm>
        </p:spPr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CB287E-8CEF-C329-FB2C-0F11C98CF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517418"/>
            <a:ext cx="9144000" cy="4041612"/>
          </a:xfrm>
        </p:spPr>
        <p:txBody>
          <a:bodyPr>
            <a:normAutofit fontScale="77500" lnSpcReduction="20000"/>
          </a:bodyPr>
          <a:lstStyle/>
          <a:p>
            <a:endParaRPr lang="fr-FR" dirty="0"/>
          </a:p>
          <a:p>
            <a:pPr algn="l"/>
            <a:r>
              <a:rPr lang="fr-FR" b="1" dirty="0"/>
              <a:t>Présentation générale:</a:t>
            </a:r>
          </a:p>
          <a:p>
            <a:pPr algn="l"/>
            <a:r>
              <a:rPr lang="fr-FR" dirty="0"/>
              <a:t>Le directeur de la cave de NEVIAN est conseillé régional, son épouse Maire du village</a:t>
            </a:r>
            <a:r>
              <a:rPr lang="fr-FR" b="1" dirty="0"/>
              <a:t>.</a:t>
            </a:r>
          </a:p>
          <a:p>
            <a:pPr algn="l"/>
            <a:r>
              <a:rPr lang="fr-FR" dirty="0"/>
              <a:t>Nous avons déjà réalisé une étude d’autoconsommation (gros consommateur sur période courte, mais possibilité de se raccorder à l’hôpital, à la commune, au SDIS. </a:t>
            </a:r>
          </a:p>
          <a:p>
            <a:pPr algn="l"/>
            <a:r>
              <a:rPr lang="fr-FR" dirty="0"/>
              <a:t>Nous avons proposé deux types de projet: 300 kWc en autoconsommation et 200 kWc en revente réseau. </a:t>
            </a:r>
          </a:p>
          <a:p>
            <a:pPr algn="l"/>
            <a:r>
              <a:rPr lang="fr-FR" dirty="0"/>
              <a:t>Nous avons identifié des consommateurs intéressant (hôpital, SDIS). </a:t>
            </a:r>
          </a:p>
          <a:p>
            <a:pPr algn="l"/>
            <a:endParaRPr lang="fr-FR" dirty="0"/>
          </a:p>
          <a:p>
            <a:pPr algn="l"/>
            <a:r>
              <a:rPr lang="fr-FR" b="1" dirty="0"/>
              <a:t>Chiffrage:</a:t>
            </a:r>
          </a:p>
          <a:p>
            <a:pPr algn="l"/>
            <a:r>
              <a:rPr lang="fr-FR" dirty="0"/>
              <a:t>CAPEX complet pour réfection complète de toiture (500 kWc) : 679 500€</a:t>
            </a:r>
          </a:p>
          <a:p>
            <a:pPr algn="l"/>
            <a:r>
              <a:rPr lang="fr-FR" dirty="0"/>
              <a:t>CA complet (500 kWc) : 40 860€ + 21 900€ Total CA: 62 760€</a:t>
            </a:r>
          </a:p>
          <a:p>
            <a:pPr algn="l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958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9464C-B906-9EC5-E99C-B3D0E80A7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38F059-8568-2D42-27E6-6E5F2167D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517418"/>
            <a:ext cx="9220200" cy="840468"/>
          </a:xfrm>
        </p:spPr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r>
              <a:rPr lang="fr-FR" sz="1800" dirty="0"/>
              <a:t>Au 18/03/2026</a:t>
            </a: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AC925F-899F-F29A-4BB5-C956C7FF8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517418"/>
            <a:ext cx="9144000" cy="4041612"/>
          </a:xfrm>
        </p:spPr>
        <p:txBody>
          <a:bodyPr>
            <a:normAutofit/>
          </a:bodyPr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54EEA58-E9E2-5038-584A-EF165ECFA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25102"/>
            <a:ext cx="9788159" cy="61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9318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143</Words>
  <Application>Microsoft Office PowerPoint</Application>
  <PresentationFormat>Grand écran</PresentationFormat>
  <Paragraphs>13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Thème Office</vt:lpstr>
      <vt:lpstr>DOSSIER CAVE DE NEVIAN 500 kWc  Autoconsommation collective 300 kWc et 200 kWc en revente réseau</vt:lpstr>
      <vt:lpstr>   </vt:lpstr>
      <vt:lpstr>  Au 18/03/2026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Stephane GILLI</dc:creator>
  <cp:lastModifiedBy>Stephane GILLI</cp:lastModifiedBy>
  <cp:revision>3</cp:revision>
  <dcterms:created xsi:type="dcterms:W3CDTF">2026-03-18T12:44:27Z</dcterms:created>
  <dcterms:modified xsi:type="dcterms:W3CDTF">2026-03-23T14:15:22Z</dcterms:modified>
</cp:coreProperties>
</file>
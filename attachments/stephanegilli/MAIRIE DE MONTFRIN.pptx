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E5190B-8F03-B646-D4CD-4D5F98014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CCBAED-F69C-1C2C-6098-5450238D4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E4E0B6-9B8E-3089-AE1B-DED32174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0F5DB-E4F9-75D7-6A17-B082EF79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B2AA47-4391-C475-1B66-6F827E53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11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07EBB-7F1D-D8B2-24D3-4104C925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1D1E5-DB3D-A524-57AF-0E4EE300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8A80AE-1F01-9E86-FAA0-99E397A4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90874-D39F-9FEF-E006-096D305A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09CD2B-1839-B4B3-7940-FC5BB586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96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16C3A-862F-A05B-BD24-96AC3E0C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872143-412B-BE2E-F32D-6FC7B0DA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D30FD5-AAA3-3426-DBCC-CF07295D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7FABC1-2946-0FF4-8FAF-B08B5D13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5F8BBE-A354-C470-C8A8-5DA1DDD8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95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5FE7B8-23A1-77AA-5A08-19AC8650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11FF0F-A2CB-0570-AADF-E4FE1ACF3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CF0404-D8FB-1F69-6D4D-9A760B127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3BFD23-66AF-AAFF-EB2A-DFDF9301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E7DDF-E3AC-C987-6971-DD8AFABA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C99DF6-6E44-97C7-A18C-9FB5F487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22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C58BC6-6779-D188-FA2E-CA8257CD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CB27B5-2345-B534-ACBE-EF46A92AB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4F537D-9388-AE6C-598E-AEA891B43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95F408-E4F8-B632-1E06-EE45FB998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B1F0A6-551F-06E1-EA8F-BFD86B177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2E3A58-B580-6FD1-094E-CA901EA8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C635AF-81B0-D5AF-2944-4ACD0C8B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09A94B-F2F1-01D1-138E-234C1E38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6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35B23-CADE-7BCF-53B9-0623D8B1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DCC1C3-0487-24FB-5E98-CE50A8E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655385-5963-DFB2-1461-F8C63F08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65DF0C-EE89-F52E-2E5F-1DB6AB6D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85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534C4C-1EB9-7282-3C5A-9D303D70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F7312A-D8FE-ECBE-1078-CBE6A1E1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B971B8-7D81-2D4C-9CD5-F62C79EC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76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4B457-C537-4A29-AE12-9ADA373E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109240-480E-D586-C583-4E7B0C04B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795E09-EF61-AF19-2B37-7ABD0AF43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37F98-B06F-E0D4-97B4-89A3567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C159E2-6EAF-F923-B22F-267345D2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A8FBFC-5C66-344A-0DE4-79D68C8A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00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07820-15DD-2D76-E529-67A68C5E4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76BAB6-C2A5-52F4-9146-7C411FCD6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141AF4-C5B9-F4F5-B703-6D9F7E103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3727B4-3ED9-89E4-583C-DFCFA865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8C1854-B790-9A30-CEE1-2DED307A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60A8EA-D37A-2884-A1E6-3D07B8D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13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80853-DC59-6888-BACE-BAD2A75A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1AE82E-448B-B37B-EA76-19A56B8C9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9C6E13-B658-E52B-C0FD-1515F81D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2E2807-A9C0-C208-A213-D6023364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4AAC05-7E00-F9F2-1DE5-B016FC22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85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B3DA1B-B02E-B167-3F5B-C1D8C1CDC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74F9B2-4B54-3544-AFCC-4EEA34FF2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69ED0A-72B1-6D5A-C3D9-C0B559A7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1F3BD-D445-E51B-7575-D784DF84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2D77C-29E8-6064-9F67-1951F9AF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50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2F3CF63-9A0E-8073-51EA-67674868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EF0DFB-ABF0-75F2-B46F-89754A676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3A482B-F5FF-CB23-12A5-DC65C127E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75D5A-BDAD-C040-0C68-3281DACE1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D3A51-2FFD-B64F-C2F4-7ABAC79A4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06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14269-C1C6-1FA9-4B35-2E10F5B1D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MAIRIE DE MONTFRIN</a:t>
            </a:r>
            <a:br>
              <a:rPr lang="fr-FR" dirty="0"/>
            </a:br>
            <a:r>
              <a:rPr lang="fr-FR" dirty="0"/>
              <a:t>autoconsommation collective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08EB89-2604-8B8D-D606-9AB5ACCAE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sz="4800" dirty="0"/>
              <a:t>200 </a:t>
            </a:r>
            <a:r>
              <a:rPr lang="fr-FR" sz="4800" dirty="0" err="1"/>
              <a:t>Kwc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260903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8312-E3D0-C541-873A-32A4E873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636B58-CF73-C476-1E7F-89BC8FDF1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CB287E-8CEF-C329-FB2C-0F11C98CF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 fontScale="85000" lnSpcReduction="20000"/>
          </a:bodyPr>
          <a:lstStyle/>
          <a:p>
            <a:endParaRPr lang="fr-FR" dirty="0"/>
          </a:p>
          <a:p>
            <a:pPr algn="l"/>
            <a:r>
              <a:rPr lang="fr-FR" b="1" dirty="0"/>
              <a:t>Présentation:</a:t>
            </a:r>
          </a:p>
          <a:p>
            <a:pPr algn="l"/>
            <a:r>
              <a:rPr lang="fr-FR" dirty="0"/>
              <a:t>1 bâtiment à équiper et a désamianter.</a:t>
            </a:r>
          </a:p>
          <a:p>
            <a:pPr algn="l"/>
            <a:r>
              <a:rPr lang="fr-FR" dirty="0"/>
              <a:t>Le Maire de la commune est un ami (j’habite cette commune).</a:t>
            </a:r>
          </a:p>
          <a:p>
            <a:pPr algn="l"/>
            <a:r>
              <a:rPr lang="fr-FR" dirty="0"/>
              <a:t>Le Maire nous à transmis l’étude qui a été réalisé par un conçurent il y a 2 ans et nous à aussi communiqué les consommations de la commune: 453 900 kWh/an.</a:t>
            </a:r>
          </a:p>
          <a:p>
            <a:pPr algn="l"/>
            <a:r>
              <a:rPr lang="fr-FR" dirty="0"/>
              <a:t>Nous avons une installation de 200 kWc à installer pour une production annuelle de 255 712  kWh</a:t>
            </a:r>
          </a:p>
          <a:p>
            <a:pPr algn="l"/>
            <a:endParaRPr lang="fr-FR" dirty="0"/>
          </a:p>
          <a:p>
            <a:pPr algn="l"/>
            <a:r>
              <a:rPr lang="fr-FR" b="1" dirty="0"/>
              <a:t>Chiffrage:</a:t>
            </a:r>
          </a:p>
          <a:p>
            <a:pPr algn="l"/>
            <a:r>
              <a:rPr lang="fr-FR" dirty="0"/>
              <a:t>Capex : 265 400€</a:t>
            </a:r>
          </a:p>
          <a:p>
            <a:pPr algn="l"/>
            <a:r>
              <a:rPr lang="fr-FR" dirty="0"/>
              <a:t>CA prévu : 27 200€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958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46F2-DE00-FDFB-3E9D-09247238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76298A-DB21-2347-9802-E2F3A3807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436ADB-2932-860A-2B26-14E7E8F9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809" y="674914"/>
            <a:ext cx="5163962" cy="5011826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0447662B-653E-0CEA-0A6E-DE5E08751C8D}"/>
              </a:ext>
            </a:extLst>
          </p:cNvPr>
          <p:cNvSpPr/>
          <p:nvPr/>
        </p:nvSpPr>
        <p:spPr>
          <a:xfrm>
            <a:off x="4517571" y="3505200"/>
            <a:ext cx="1175658" cy="5551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C252C39-EDCA-1617-FCCF-F8DFF4B4F2F3}"/>
              </a:ext>
            </a:extLst>
          </p:cNvPr>
          <p:cNvSpPr txBox="1"/>
          <p:nvPr/>
        </p:nvSpPr>
        <p:spPr>
          <a:xfrm>
            <a:off x="9329057" y="2188029"/>
            <a:ext cx="1730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47 avenue du docteur FELIX CLEMENT</a:t>
            </a:r>
          </a:p>
        </p:txBody>
      </p:sp>
    </p:spTree>
    <p:extLst>
      <p:ext uri="{BB962C8B-B14F-4D97-AF65-F5344CB8AC3E}">
        <p14:creationId xmlns:p14="http://schemas.microsoft.com/office/powerpoint/2010/main" val="14432015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108</Words>
  <Application>Microsoft Office PowerPoint</Application>
  <PresentationFormat>Grand écran</PresentationFormat>
  <Paragraphs>16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MAIRIE DE MONTFRIN autoconsommation collective</vt:lpstr>
      <vt:lpstr>  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GILLI</dc:creator>
  <cp:lastModifiedBy>Stephane GILLI</cp:lastModifiedBy>
  <cp:revision>4</cp:revision>
  <dcterms:created xsi:type="dcterms:W3CDTF">2026-03-18T12:44:27Z</dcterms:created>
  <dcterms:modified xsi:type="dcterms:W3CDTF">2026-03-23T14:39:40Z</dcterms:modified>
</cp:coreProperties>
</file>